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4f9702334a4f36" /><Relationship Type="http://schemas.openxmlformats.org/officeDocument/2006/relationships/extended-properties" Target="/docProps/app.xml" Id="R5cddd153a1e34cb2" /><Relationship Type="http://schemas.openxmlformats.org/officeDocument/2006/relationships/officeDocument" Target="/ppt/presentation.xml" Id="R8108650f01bf47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cafb45080e4112"/>
  </p:sldMasterIdLst>
  <p:notesMasterIdLst>
    <p:notesMasterId xmlns:r="http://schemas.openxmlformats.org/officeDocument/2006/relationships" r:id="Rb6b8f946141e4fee"/>
  </p:notesMasterIdLst>
  <p:sldIdLst>
    <p:sldId xmlns:r="http://schemas.openxmlformats.org/officeDocument/2006/relationships" id="256" r:id="R2eb6d1a83af842ee"/>
    <p:sldId xmlns:r="http://schemas.openxmlformats.org/officeDocument/2006/relationships" id="257" r:id="R998832913c6548a8"/>
    <p:sldId xmlns:r="http://schemas.openxmlformats.org/officeDocument/2006/relationships" id="258" r:id="Rd3384d314a494ae1"/>
    <p:sldId xmlns:r="http://schemas.openxmlformats.org/officeDocument/2006/relationships" id="259" r:id="R4f8147492c0e4c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2fc5ea1f7b4f4e" /><Relationship Type="http://schemas.openxmlformats.org/officeDocument/2006/relationships/slideMaster" Target="/ppt/slideMasters/slideMaster1.xml" Id="Rc4cafb45080e4112" /><Relationship Type="http://schemas.openxmlformats.org/officeDocument/2006/relationships/notesMaster" Target="/ppt/notesMasters/notesMaster1.xml" Id="Rb6b8f946141e4fee" /><Relationship Type="http://schemas.openxmlformats.org/officeDocument/2006/relationships/presProps" Target="/ppt/presProps.xml" Id="R57bcc14a6ba1490b" /><Relationship Type="http://schemas.openxmlformats.org/officeDocument/2006/relationships/tableStyles" Target="/ppt/tableStyles.xml" Id="R11621a0e9e364848" /><Relationship Type="http://schemas.openxmlformats.org/officeDocument/2006/relationships/slide" Target="/ppt/slides/slide1.xml" Id="R2eb6d1a83af842ee" /><Relationship Type="http://schemas.openxmlformats.org/officeDocument/2006/relationships/slide" Target="/ppt/slides/slide2.xml" Id="R998832913c6548a8" /><Relationship Type="http://schemas.openxmlformats.org/officeDocument/2006/relationships/slide" Target="/ppt/slides/slide3.xml" Id="Rd3384d314a494ae1" /><Relationship Type="http://schemas.openxmlformats.org/officeDocument/2006/relationships/slide" Target="/ppt/slides/slide4.xml" Id="R4f8147492c0e4c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968bb0159d4a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47ac71233b4c07" /><Relationship Type="http://schemas.openxmlformats.org/officeDocument/2006/relationships/notesMaster" Target="/ppt/notesMasters/notesMaster1.xml" Id="R4351129cf7ae4f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aeb28866624feb" /><Relationship Type="http://schemas.openxmlformats.org/officeDocument/2006/relationships/notesMaster" Target="/ppt/notesMasters/notesMaster1.xml" Id="R40d796890dfc47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7391b970064c72" /><Relationship Type="http://schemas.openxmlformats.org/officeDocument/2006/relationships/notesMaster" Target="/ppt/notesMasters/notesMaster1.xml" Id="Rb1966d43949644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a59e40779845d3" /><Relationship Type="http://schemas.openxmlformats.org/officeDocument/2006/relationships/notesMaster" Target="/ppt/notesMasters/notesMaster1.xml" Id="Rfc38035d5e024f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資料來源：使用者提供《遠星迴聲》遊戲主題與創意概念報告.txt，2026-09-23。</a:t>
            </a:r>
          </a:p>
          <a:p xmlns:a="http://schemas.openxmlformats.org/drawingml/2006/main">
            <a:r>
              <a:t>一句話介紹：墜落異星的工程師，靠探索與修復尋找歸途，卻在與外星生命「迴」的相處中重新理解陪伴。英文名稱依文件為暫定。插圖由內建 imagegen 生成，屬氛圍提案，不代表實機或定案角色外觀。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資料來源：使用者提供《遠星迴聲》遊戲主題與創意概念報告.txt，2026-09-23。</a:t>
            </a:r>
          </a:p>
          <a:p xmlns:a="http://schemas.openxmlformats.org/drawingml/2006/main">
            <a:r>
              <a:t>依文件第二、三、五、九、十一節整理核心循環。營地穩定後，基礎生存逐步自動化，讓注意力轉向探索、關係與大型工程。截圖取自 2026-09-23 本機運行版本 http://127.0.0.1:3000/，展示目前營地、角色與 HUD。下方循環是設計方向，不宣稱所有系統均已完成。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資料來源：使用者提供《遠星迴聲》遊戲主題與創意概念報告.txt，2026-09-23。</a:t>
            </a:r>
          </a:p>
          <a:p xmlns:a="http://schemas.openxmlformats.org/drawingml/2006/main">
            <a:r>
              <a:t>依文件第四、六、七、八、十六節。迴是有自身目的的另一位故事主角。時間訊號來源與拯救途徑尚保留可能性，本頁以「可能」呈現。避免將尚未定案的分支設定包裝成完成劇情。概念插圖由內建 imagegen 生成，人物與迴的外觀均非定案。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資料來源：使用者提供《遠星迴聲》遊戲主題與創意概念報告.txt，2026-09-23。</a:t>
            </a:r>
          </a:p>
          <a:p xmlns:a="http://schemas.openxmlformats.org/drawingml/2006/main">
            <a:r>
              <a:t>產品定位依文件第十四節。試玩順序與合作討論項目是本簡報建議，並非已承諾的交期、預算或合作條件。現有背包截圖來自 2026-09-23 本機運行版本，僅證明展示的 UI 存在，不推論完整生存或敘事系統皆已完成。建議合作對象評估第一次交流的可理解性與情感效果，再定義試玩範圍。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6c0c60d0bf45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3a4a3e366f41a2" /><Relationship Type="http://schemas.openxmlformats.org/officeDocument/2006/relationships/slideLayout" Target="/ppt/slideLayouts/slideLayout1.xml" Id="R4b25cb1eb34942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25cb1eb34942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3c4374dad4b3d" /><Relationship Type="http://schemas.openxmlformats.org/officeDocument/2006/relationships/image" Target="/ppt/media/image.png" Id="Rc2399917f25f4d15" /><Relationship Type="http://schemas.openxmlformats.org/officeDocument/2006/relationships/notesSlide" Target="/ppt/notesSlides/notesSlide1.xml" Id="R001d8a97875f4e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53097ba1a477e" /><Relationship Type="http://schemas.openxmlformats.org/officeDocument/2006/relationships/image" Target="/ppt/media/image.jpeg" Id="Rae3a06e7c6634ada" /><Relationship Type="http://schemas.openxmlformats.org/officeDocument/2006/relationships/notesSlide" Target="/ppt/notesSlides/notesSlide2.xml" Id="R0c19d4056e904e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63634cbf648a3" /><Relationship Type="http://schemas.openxmlformats.org/officeDocument/2006/relationships/image" Target="/ppt/media/image2.png" Id="Re2be74f8625c4eb6" /><Relationship Type="http://schemas.openxmlformats.org/officeDocument/2006/relationships/notesSlide" Target="/ppt/notesSlides/notesSlide3.xml" Id="R576bf8ae64c14e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7ee23d9154905" /><Relationship Type="http://schemas.openxmlformats.org/officeDocument/2006/relationships/image" Target="/ppt/media/image2.jpeg" Id="Rfb5607593ef94743" /><Relationship Type="http://schemas.openxmlformats.org/officeDocument/2006/relationships/notesSlide" Target="/ppt/notesSlides/notesSlide4.xml" Id="R0e6e5bf1b9de4a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99917f25f4d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8AA1F-DF4D-47B2-8FFD-8E6AC7D7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000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遠星迴聲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B838E-9769-4CE4-B924-6167DBB5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rPr>
              <a:t>Echoes of Distant Stars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B6E1A-2AB7-46F0-877E-DBA1029B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47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你終於能回家了。</a:t>
            </a:r>
          </a:p>
          <a:p xmlns:a="http://schemas.openxmlformats.org/drawingml/2006/main">
            <a:pPr>
              <a:defRPr sz="2400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但那個等你的人，還在另一顆星球。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63263-4CE8-4DC9-9E87-E1BC6390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rPr>
              <a:t>單人科幻冒險</a:t>
            </a:r>
          </a:p>
          <a:p xmlns:a="http://schemas.openxmlformats.org/drawingml/2006/main">
            <a:pPr>
              <a:def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rPr>
              <a:t>異星求生、營地經營與跨物種友情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A5562-1139-471E-971A-52195469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rPr>
              <a:t>合作概念提案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A00FC-8D87-471C-BEE0-BE16FDAE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627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rPr>
              <a:t>概念示意</a:t>
            </a:r>
          </a:p>
        </p:txBody>
      </p:sp>
    </p:spTree>
    <p:extLst>
      <p:ext uri="{BB962C8B-B14F-4D97-AF65-F5344CB8AC3E}">
        <p14:creationId xmlns:p14="http://schemas.microsoft.com/office/powerpoint/2010/main" val="1934691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F3C7C-4346-4620-A85D-23F5B633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玩家的一天：帶著目的探索，帶著收穫回家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a06e7c6634ada"/>
          <a:stretch xmlns:a="http://schemas.openxmlformats.org/drawingml/2006/main"/>
        </p:blipFill>
        <p:spPr>
          <a:xfrm xmlns:a="http://schemas.openxmlformats.org/drawingml/2006/main">
            <a:off x="514350" y="1164692"/>
            <a:ext cx="7858125" cy="372851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8EE9C-C027-41FB-B16A-C7E6C845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rPr>
              <a:t>開發中實機畫面／營地與 HUD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52626-A539-4767-9739-A7B8EFAB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4305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BD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6BD86"/>
                </a:solidFill>
                <a:latin typeface="Microsoft JhengHei"/>
                <a:ea typeface="Microsoft JhengHei"/>
                <a:cs typeface="Microsoft JhengHei"/>
              </a:rPr>
              <a:t>今天先修供水，</a:t>
            </a:r>
          </a:p>
          <a:p xmlns:a="http://schemas.openxmlformats.org/drawingml/2006/main">
            <a:pPr>
              <a:defRPr sz="2250" b="1">
                <a:solidFill>
                  <a:srgbClr val="E6BD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6BD86"/>
                </a:solidFill>
                <a:latin typeface="Microsoft JhengHei"/>
                <a:ea typeface="Microsoft JhengHei"/>
                <a:cs typeface="Microsoft JhengHei"/>
              </a:rPr>
              <a:t>還是追查未知訊號？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B95A6-23B0-4988-9900-07FA99D7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304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rPr>
              <a:t>固定 45° 等角視角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rPr>
              <a:t>在補給、探索與工程之間</a:t>
            </a:r>
          </a:p>
          <a:p xmlns:a="http://schemas.openxmlformats.org/drawingml/2006/main">
            <a:pPr>
              <a:def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rPr>
              <a:t>做出每天的選擇。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4B059-7ECC-4043-8A52-D31E8616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rPr>
              <a:t>01 探索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5C43D-57A5-40D5-AD81-4065B0D7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尋找食物、零件與線索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1B237-EBEE-4CC4-80A7-D0DDC37D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5149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rPr>
              <a:t>02 安頓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707F3-08B8-4B57-8060-094352F8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60198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種植、烹飪，照顧營地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089DF-0199-4EAF-AB5B-51CD744D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149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rPr>
              <a:t>03 修復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C541B-9A86-4B41-A926-F343CFE2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0198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完成工程，打開新路徑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0C728-C3F9-4FF3-AF20-54760FF9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5149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rPr>
              <a:t>04 發現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13ABC-2073-4E8F-ACD2-1D0E6F79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60198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帶著新線索再次出發</a:t>
            </a:r>
          </a:p>
        </p:txBody>
      </p:sp>
    </p:spTree>
    <p:extLst>
      <p:ext uri="{BB962C8B-B14F-4D97-AF65-F5344CB8AC3E}">
        <p14:creationId xmlns:p14="http://schemas.microsoft.com/office/powerpoint/2010/main" val="402328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54328-5096-448D-93AD-A267665D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與「迴」建立語言，也建立牽掛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e74f8625c4eb6"/>
          <a:srcRect xmlns:a="http://schemas.openxmlformats.org/drawingml/2006/main" l="51" t="0" r="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219200"/>
            <a:ext cx="6191250" cy="4648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B96C3-8C4A-4198-8C2D-FBE15E9E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rPr>
              <a:t>情境概念示意／角色外觀未定案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A0450-7899-4F8E-8D6E-C1C59840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811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rPr>
              <a:t>沒有共同語言的朋友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4679F-3438-44A9-A73C-777B5082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28825"/>
            <a:ext cx="4514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交換物品、模仿動作、拼出符號含義。</a:t>
            </a:r>
          </a:p>
          <a:p xmlns:a="http://schemas.openxmlformats.org/drawingml/2006/main">
            <a:pPr>
              <a:defRPr sz="1875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理解會出錯，信任靠共同生活累積。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57C05-3BED-4DA3-8CBE-F0166E8A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187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BD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6BD86"/>
                </a:solidFill>
                <a:latin typeface="Microsoft JhengHei"/>
                <a:ea typeface="Microsoft JhengHei"/>
                <a:cs typeface="Microsoft JhengHei"/>
              </a:rPr>
              <a:t>一段尚未發出的回聲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2A1B1-DAEB-46CA-B81A-F366D8F1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0050"/>
            <a:ext cx="45148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收到的求救訊號，可能來自未來的自己。</a:t>
            </a:r>
          </a:p>
          <a:p xmlns:a="http://schemas.openxmlformats.org/drawingml/2006/main">
            <a:pPr>
              <a:defRPr sz="1875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當時間真相浮現，早期線索有了新意義。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E31B7-18D2-4065-845D-BCFF3FF6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810250"/>
            <a:ext cx="4543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rPr>
              <a:t>回家之後，故事仍有下一個選擇。</a:t>
            </a:r>
          </a:p>
        </p:txBody>
      </p:sp>
    </p:spTree>
    <p:extLst>
      <p:ext uri="{BB962C8B-B14F-4D97-AF65-F5344CB8AC3E}">
        <p14:creationId xmlns:p14="http://schemas.microsoft.com/office/powerpoint/2010/main" val="899756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9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76631-C29E-4FE7-B235-B892C313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33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合作起點：一段能讓玩家在意「迴」的試玩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07593ef94743"/>
          <a:stretch xmlns:a="http://schemas.openxmlformats.org/drawingml/2006/main"/>
        </p:blipFill>
        <p:spPr>
          <a:xfrm xmlns:a="http://schemas.openxmlformats.org/drawingml/2006/main">
            <a:off x="514350" y="1412801"/>
            <a:ext cx="7334250" cy="347994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9FA8D-09E2-4E82-82A9-566E7BD3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387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rPr>
              <a:t>開發中實機畫面／背包與生存狀態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014C3-6F70-4FF6-984A-1F620617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811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rPr>
              <a:t>建議先驗證的體驗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7B08A-6992-466F-BBE8-CF3CF8A5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9300"/>
            <a:ext cx="35718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建立第一個營地</a:t>
            </a:r>
          </a:p>
          <a:p xmlns:a="http://schemas.openxmlformats.org/drawingml/2006/main">
            <a:pPr>
              <a:defRPr sz="19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完成一次修復</a:t>
            </a:r>
          </a:p>
          <a:p xmlns:a="http://schemas.openxmlformats.org/drawingml/2006/main">
            <a:pPr>
              <a:defRPr sz="19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與「迴」第一次成功交流</a:t>
            </a:r>
          </a:p>
          <a:p xmlns:a="http://schemas.openxmlformats.org/drawingml/2006/main">
            <a:pPr>
              <a:defRPr sz="19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收到一段矛盾的訊號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BAC41-EB23-4261-B771-60A93DC2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86225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6BD8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E6BD86"/>
                </a:solidFill>
                <a:latin typeface="Microsoft JhengHei"/>
                <a:ea typeface="Microsoft JhengHei"/>
                <a:cs typeface="Microsoft JhengHei"/>
              </a:rPr>
              <a:t>合作討論重點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DB889-15A7-437C-99C9-63439C7B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91050"/>
            <a:ext cx="3571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rPr>
              <a:t>敘事與關卡共同打磨</a:t>
            </a:r>
          </a:p>
          <a:p xmlns:a="http://schemas.openxmlformats.org/drawingml/2006/main">
            <a:pPr>
              <a:def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BBC9C9"/>
                </a:solidFill>
                <a:latin typeface="Microsoft JhengHei"/>
                <a:ea typeface="Microsoft JhengHei"/>
                <a:cs typeface="Microsoft JhengHei"/>
              </a:rPr>
              <a:t>美術演出與試玩回饋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CF0A9-40DD-4DE2-9AB2-D8E9EE6B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2625"/>
            <a:ext cx="1109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3EEE2"/>
                </a:solidFill>
                <a:latin typeface="Microsoft JhengHei"/>
                <a:ea typeface="Microsoft JhengHei"/>
                <a:cs typeface="Microsoft JhengHei"/>
              </a:rPr>
              <a:t>預期定位：中型規模的單人敘事生存冒險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E43B6-FBA9-473C-9AE5-C18BB025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09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BD7CF"/>
                </a:solidFill>
                <a:latin typeface="Microsoft JhengHei"/>
                <a:ea typeface="Microsoft JhengHei"/>
                <a:cs typeface="Microsoft JhengHei"/>
              </a:rPr>
              <a:t>先確認玩家是否願意留下，再一起定義製作範圍與合作分工。</a:t>
            </a:r>
          </a:p>
        </p:txBody>
      </p:sp>
    </p:spTree>
    <p:extLst>
      <p:ext uri="{BB962C8B-B14F-4D97-AF65-F5344CB8AC3E}">
        <p14:creationId xmlns:p14="http://schemas.microsoft.com/office/powerpoint/2010/main" val="1820298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2026-09-23T04:18:52.2070000Z</dcterms:created>
  <dcterms:modified xsi:type="dcterms:W3CDTF">2026-09-23T04:18:52.2070000Z</dcterms:modified>
</coreProperties>
</file>